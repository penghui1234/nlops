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9900"/>
                </a:solidFill>
              </a:rPr>
              <a:t>NLOps</a:t>
            </a:r>
          </a:p>
          <a:p>
            <a:r>
              <a:rPr sz="2400">
                <a:solidFill>
                  <a:srgbClr val="FFFFFF"/>
                </a:solidFill>
              </a:rPr>
              <a:t>自然语言驱动的 AI 运维平台</a:t>
            </a:r>
          </a:p>
          <a:p>
            <a:r>
              <a:rPr sz="1400">
                <a:solidFill>
                  <a:srgbClr val="999999"/>
                </a:solidFill>
              </a:rPr>
              <a:t>
西云数据 解决方案架构师 陈朋辉
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客户的问题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某客户迁移 100+ 微服务到 AWS (ECS/ALB/Lambda/RDS/ElastiCache)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SRE 团队对 AWS 运维经验不足，希望快速定界定位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主动运维：逐一看 CW → 重复劳动、漏检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被动运维：切换多控制台 → 上下文丢失、定位耗时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团队：故障处理依赖个人经验，无法传承沉淀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问题的挑战（技术难点）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❶ 多源数据关联 — 指标+日志+链路+变更散落不同服务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❷ 指标体系庞大 — ECS 几十个指标不知道看哪个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❸ 根因跨服务 — A 慢可能是 B 导致的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❹ 操作高风险 — 扩容/重启影响面大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❺ 知识自动沉淀 — 非结构化经验如何变成可检索知识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业界方案（含弊端）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传统监控 (CW/Grafana) → 给数字不给结论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ChatOps (AWS Chatbot) → 无推理能力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AIOps (Datadog Bits AI) → 绑定生态 $44-99/host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Agent 框架 (LangChain) → 通用，无 AWS 深度集成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AWS DevOps Agent (2026-03 GA) → 分析最强 94%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  但：纯文字/无写护栏/无中文IM/经验沉淀不可控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DevOps Agent 是最强引擎，但缺驾驶舱。NLOps = 驾驶舱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客户要什么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主动巡检 — 快速获得系统健康全貌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被动响应 — 快速定界→定位→修复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夜间 on-call — 不开电脑也能了解情况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新人上手 — 不依赖个人经验也能处理常见故障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→ 用自然语言完成运维全流程，随时随地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基于 AWS DevOps Agent，构建体验层 + 安全层 + 经验层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流程：自然语言输入 → 发现分析 → 诊断书(+邮件) → 安全执行 → 经验沉淀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定位：DevOps Agent 做引擎，NLOps 做驾驶舱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多入口 · 自然语言驱动 · 可视化诊断书 · 智能闭环 = 随时随地、开口即运维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整体架构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四层：交互层 → AI 编排层 → AWS 服务层 → 存储层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交互层：Quick Desktop / 飞书 / 企微 → API Gateway x2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AI 编排层：Strands Agent 1.40 + 5 @tool + 21 MCP 工具盒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  discover_service / deep_investigate / search_knowledge / render_report / request_execute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AWS 服务层：DevOps Agent · Bedrock Nova Pro · CW · EventBridge · SES · SNS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存储层：S3 (HTML+KB) · DynamoDB x3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AWS 部署图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Lambda: 2 (L1 OrchestratorFn 1536MB + L2 ExecutionFn 512MB)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API Gateway: 2 · EventBridge Rule · Bedrock · DOA · S3 · DDB x3 · SES · SNS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3 条集成路径：call-down / event-up / mcp-out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CDK v2 一键部署 ~15min · Region: us-east-1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详见 assets/nlops-architecture-v3.drawio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核心能力①：智能诊断（Strands + DOA）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smart_diagnose: 1 句话 → Strands Agent → 5 Tool → DOA → HTML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consult_devops_agent: 直调 DOA chat (5-30s)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DOA Investigation: CreateBacklogTask → EventBridge 异步 (5-15min)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降级：DOA 不可达 → CloudWatch 直连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Strands SDK 1.40 (AWS 开源) — 原生 Bedrock + MCP + 自动 routing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排障时先查 KB 历史 → 命中直接给方案 → 未命中再走 DOA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核心能力②：HTML 诊断书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不是 Dashboard，是 AI 诊断书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5 要素：图表 + AI解读 + 因果分析 + 操作建议 + 证据链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生成：Agent 分析 → LLM JSON → Jinja2 → S3 → Presigned URL (30天)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SES HTML 邮件：内联 CSS，手机友好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Dashboard = 体检数值表 / 诊断书 = 医生写的诊断报告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核心能力③：写操作护栏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❶ 意图结构化 — Strands Agent 解析为 {type, params}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❷ Policy Guard — Agent 级权限矩阵，早拦截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❸ Confirm Token — 5min 单次, session+user 绑定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❹ L2 独立 IAM — tag 边界 nlops:managed=true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❺ 审计日志 — AuditTable 90 天 TTL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读全在 L1，写隔离 L2 — 即使 L1 被攻击也写不了 AWS 资源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核心能力④：告警自动闭环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CW Alarm → DOA Investigation → EventBridge → L1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L1 自动：HTML 诊断书 → S3 + SES 邮件 + KB 双写 + SNS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全程无人工 · SRE 醒来时方案已在邮箱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核心能力⑤：经验沉淀（Bedrock KB）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每次故障 → 自动沉淀到 Bedrock KB (S3 JSON → 向量化)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下次相似 → search_knowledge → 语义检索 Top-K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Strands Agent 排障必做第 0 步：先查 KB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  命中 → 3s 给方案 / 未命中 → DOA 5-15min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效果：30min MTTR → 2min（匹配成功时）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9900"/>
                </a:solidFill>
              </a:rPr>
              <a:t>Demo①：资源盘点 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"看一下当前账号下所有的 AWS 资源"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Quick Desktop AI → discover_resources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真实数据：18 个资源 (EC2+Lambda+S3+DDB+SNS+APIGW)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~5 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9900"/>
                </a:solidFill>
              </a:rPr>
              <a:t>Demo②：服务负责人查询 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"demo-api 的负责人是谁"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get_service_owner → Resource Tagging API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Team=demo-team / OnCall=penghuichen@...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~3 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9900"/>
                </a:solidFill>
              </a:rPr>
              <a:t>Demo③：智能诊断 ⭐ 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"OrchestratorFn 调用越来越少，深度分析"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smart_diagnose → Strands → DOA → HTML 诊断书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engine=strands-agents · model=nova-pro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~35 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9900"/>
                </a:solidFill>
              </a:rPr>
              <a:t>Demo④：写操作 + 越权拦截 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"帮我把 demo-api 扩容到 4"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→ request_confirm_token → 风险展示 → 确认 → scale_service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越权尝试 → denied: missing confirm_token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~8 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9900"/>
                </a:solidFill>
              </a:rPr>
              <a:t>Demo⑤：告警自动闭环 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无用户操作 — EventBridge 触发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手机邮箱收到 HTML 告警邮件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Quick Desktop 跟问 → list_investigations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全程 ~10s 无人值守 · HTML + KB 同步完成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安全与合规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数据不出客户 AWS 账号 / IAM 最小权限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SigV4 鉴权 + confused deputy 防御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MOCK_MODE 演示不碰生产 / S3+DDB 加密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读全在 L1，写隔离 L2 — blast radius 最小化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审计 90 天 TTL / Confirm Token 5min 单次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方案验证 + 可执行路径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已验证: Strands SDK / DOA chat / SES 邮件 / 21 MCP / Cold start 3.16s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落地：Strands Layer → CDK deploy → SES verify → DOA 关联 → Quick MCP → tag → Ready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2 Lambda / 5 Tool / 21 MCP / ~14 AWS 服务 / CDK ~15min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性能分析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MCP 原子工具 &lt;2s / DOA Chat 5-30s / Investigation 5-15min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HTML &lt;5s / 经验匹配 &lt;3s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Cold start 3.16s (实测) / Warm 0.6s / API GW 100 rps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优化：Provisioned Concurrency=1 月+$5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竞品 + 成本分析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NLOps vs Datadog vs Dynatrace vs DOA 直用 vs ChatOps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成本 (50用户/月)：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  无抵扣 ~$1,682 ($34/用户) / Enterprise ~$496 ($10/用户)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  vs Datadog $44-118/host / vs PagerDuty $25-49/user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v3 比 v2 月降 $248 (Claude→Nova Pro)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总结 + 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v3 已实现: Strands SDK / 2 Lambda / 21 MCP / SES / KB 双写 / Confirm Token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Phase 2: 企微飞书 · Nova Sonic 语音 · KB 真配 · X-Ray · Policy 精细化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DDDDDD"/>
                </a:solidFill>
              </a:rPr>
              <a:t>客户 PoC: 3-4 周落地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9900"/>
                </a:solidFill>
              </a:rPr>
              <a:t>谢谢！</a:t>
            </a:r>
          </a:p>
          <a:p>
            <a:r>
              <a:rPr sz="1600">
                <a:solidFill>
                  <a:srgbClr val="FFFFFF"/>
                </a:solidFill>
              </a:rPr>
              <a:t>
陈朋辉 · penghuichen@nwcdcloud.cn</a:t>
            </a:r>
          </a:p>
          <a:p>
            <a:r>
              <a:rPr sz="1400">
                <a:solidFill>
                  <a:srgbClr val="999999"/>
                </a:solidFill>
              </a:rPr>
              <a:t>GitHub: github.com/penghui1234/nlops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